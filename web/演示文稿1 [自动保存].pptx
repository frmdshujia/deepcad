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700"/>
  </p:normalViewPr>
  <p:slideViewPr>
    <p:cSldViewPr snapToGrid="0">
      <p:cViewPr varScale="1">
        <p:scale>
          <a:sx n="118" d="100"/>
          <a:sy n="118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D9032-402B-D5F9-542C-3194035A6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5D2ACD-D028-1674-A7D8-0B2D53FA2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B602B-A1AE-4FFE-7528-3928C515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58BAB-C00B-02DD-1560-D6266627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F3EF2-9A69-6B73-820A-1816561AF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3755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61039-F45A-FB44-C999-8A681223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73A3FA-B1C0-2BE2-6980-B81F53D8C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CD35CD-022B-1CA1-9CB3-57B84F84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D92152-95FB-B7C7-5158-4BF3A036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B71803-D957-8F6A-F690-87465E88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671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9ADF9-4D38-CABE-160C-00FB5A33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351A24-4661-21D1-69BD-D8B376F87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32421-40BB-6607-6098-C58A8E008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45140C-EBC5-56AD-F8F0-19771B57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FF1A0-0F81-456D-3D0B-5F72A43A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925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9FBEA-5D8F-5BD7-8BB8-FA2FBDD4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62F895-A514-8130-815D-205044119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E80D29-B6F5-045B-C189-EBDE28E07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F434C2-3DF0-403C-EDB9-9286C4E1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8F80B0-E401-7990-A979-E7201A3C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6661CE-239B-E6B1-E79B-AA8A399A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86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27A6D-CE07-CAB1-4334-1AAEF01A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91F52B-CDFB-DA4D-6B0E-ED5A06D59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B46995-CDA7-2B68-3ED2-338F2DA79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09FA76-4AB8-842F-2C24-7CCD13A30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C0E1BC-B251-CFAC-C934-C5D6F6C4A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9FA4FA-06B8-EC32-80BB-AA65FEDB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CDB941-B65D-8448-B265-538511BE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12F6CB-4ED1-B1AB-E22A-F4F2124C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708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D3BF5-5AB3-45E4-E007-F96570D3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D9D674-D631-F680-BA88-6E9A7DF03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44F13E-D2B6-D2A3-4D09-605765E0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908636-C4F7-90B9-0BDD-44E15DAD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061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D9E98D-619B-2D91-7143-8E638C35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5468F0-3895-3E2C-56F7-1302AA19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4DB9CB-CB12-668D-350E-B7478040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972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27C089-DF77-B553-1435-69A6789E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4CDD2-28B1-9BB7-A913-7DB26CF30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00342D-4567-A149-E20C-E001C3E58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8D1BD7-32E1-EF0E-3D5B-C2E7FD1D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93687C-84E6-9E91-F8CF-EBF02D19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D9C61D-5F4D-C117-B751-53461643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512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7F3ED-7007-ACD4-C99C-2A57D022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DE042F-BD68-3AFA-1BCB-93A8436D2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559250-F745-8EFA-64D2-242DD21F6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474F41-E3AC-995F-DF13-782C0C5A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E141E9-AD55-0599-7683-6B09F932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B849DD-C363-422E-871F-10A95A0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110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BB2BC-D854-ED57-BD6B-A89540F7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FE7B65-FBEA-B020-72EB-62779B3E1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E13AD-8C5F-6D16-E3EF-F8B41B255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788E3-DFFD-8A76-868B-41BBD7F0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C5386-5A16-73A2-DB83-FD5884BB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01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5B91F1-DB54-02F2-DC2F-66723FA3C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065EB7-7DA3-C89B-CF40-6088DE3C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DC59D9-4B1C-AB66-9D4D-917000BBF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FEE664-EA58-FECD-B139-29C6DBCB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31A000-6D88-727F-8350-BEFBA98C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850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217EBF-0DF2-C4EB-FE01-E36B17652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16065E-59BE-3F57-8C65-01D58A411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6DE5B6-6879-79F2-DC8E-64141C898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BB84F-5BAD-1A4E-B23D-D7DDA0AF6FCB}" type="datetimeFigureOut">
              <a:rPr kumimoji="1" lang="zh-CN" altLang="en-US" smtClean="0"/>
              <a:t>2026/3/19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1D5FEE-550D-D645-6DCD-BB0A3140B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DD6D78-BE57-A2B4-155E-2FCA923E5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60D0A-1A0B-1C4A-92D3-E177F8E6B7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633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442198-4A6F-C7BA-9A5B-B04275C1C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850900"/>
            <a:ext cx="6502400" cy="5156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624874F-DA81-A559-9C68-85F8EE7F5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439" y="5515888"/>
            <a:ext cx="445213" cy="322208"/>
          </a:xfrm>
          <a:prstGeom prst="diamond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effectLst>
            <a:softEdge rad="19787"/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B90EE7-D463-BCDF-A970-33A16D75B242}"/>
              </a:ext>
            </a:extLst>
          </p:cNvPr>
          <p:cNvSpPr txBox="1"/>
          <p:nvPr/>
        </p:nvSpPr>
        <p:spPr>
          <a:xfrm>
            <a:off x="10652166" y="27550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417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57CFDEB-7CA0-F9D1-7C52-9FE94F65F780}"/>
              </a:ext>
            </a:extLst>
          </p:cNvPr>
          <p:cNvPicPr>
            <a:picLocks/>
          </p:cNvPicPr>
          <p:nvPr/>
        </p:nvPicPr>
        <p:blipFill>
          <a:blip r:embed="rId2"/>
          <a:srcRect l="29884" t="11356" r="29572" b="27849"/>
          <a:stretch>
            <a:fillRect/>
          </a:stretch>
        </p:blipFill>
        <p:spPr>
          <a:xfrm>
            <a:off x="4791456" y="2060448"/>
            <a:ext cx="2640969" cy="2642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1484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Macintosh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Shu</dc:creator>
  <cp:lastModifiedBy>Mary Shu</cp:lastModifiedBy>
  <cp:revision>2</cp:revision>
  <dcterms:created xsi:type="dcterms:W3CDTF">2026-03-18T12:16:45Z</dcterms:created>
  <dcterms:modified xsi:type="dcterms:W3CDTF">2026-03-19T01:48:11Z</dcterms:modified>
</cp:coreProperties>
</file>